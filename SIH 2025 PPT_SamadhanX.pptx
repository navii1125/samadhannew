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ta Tulsani" userId="dc746b5fa8a49f3c" providerId="LiveId" clId="{C36BC46A-7A80-48AF-BF7B-592EAA76668B}"/>
    <pc:docChg chg="modSld">
      <pc:chgData name="Navita Tulsani" userId="dc746b5fa8a49f3c" providerId="LiveId" clId="{C36BC46A-7A80-48AF-BF7B-592EAA76668B}" dt="2025-09-15T03:34:50.535" v="6" actId="14100"/>
      <pc:docMkLst>
        <pc:docMk/>
      </pc:docMkLst>
      <pc:sldChg chg="modSp mod">
        <pc:chgData name="Navita Tulsani" userId="dc746b5fa8a49f3c" providerId="LiveId" clId="{C36BC46A-7A80-48AF-BF7B-592EAA76668B}" dt="2025-09-15T03:34:18.500" v="0" actId="1076"/>
        <pc:sldMkLst>
          <pc:docMk/>
          <pc:sldMk cId="0" sldId="290"/>
        </pc:sldMkLst>
        <pc:spChg chg="mod">
          <ac:chgData name="Navita Tulsani" userId="dc746b5fa8a49f3c" providerId="LiveId" clId="{C36BC46A-7A80-48AF-BF7B-592EAA76668B}" dt="2025-09-15T03:34:18.500" v="0" actId="1076"/>
          <ac:spMkLst>
            <pc:docMk/>
            <pc:sldMk cId="0" sldId="290"/>
            <ac:spMk id="11" creationId="{5DBCE864-823D-4A13-9607-5DA1F0ED5FB8}"/>
          </ac:spMkLst>
        </pc:spChg>
      </pc:sldChg>
      <pc:sldChg chg="modSp mod">
        <pc:chgData name="Navita Tulsani" userId="dc746b5fa8a49f3c" providerId="LiveId" clId="{C36BC46A-7A80-48AF-BF7B-592EAA76668B}" dt="2025-09-15T03:34:39.727" v="3" actId="1076"/>
        <pc:sldMkLst>
          <pc:docMk/>
          <pc:sldMk cId="3753387913" sldId="293"/>
        </pc:sldMkLst>
        <pc:spChg chg="mod">
          <ac:chgData name="Navita Tulsani" userId="dc746b5fa8a49f3c" providerId="LiveId" clId="{C36BC46A-7A80-48AF-BF7B-592EAA76668B}" dt="2025-09-15T03:34:39.727" v="3" actId="1076"/>
          <ac:spMkLst>
            <pc:docMk/>
            <pc:sldMk cId="3753387913" sldId="293"/>
            <ac:spMk id="12" creationId="{5DBCE864-823D-4A13-9607-5DA1F0ED5FB8}"/>
          </ac:spMkLst>
        </pc:spChg>
      </pc:sldChg>
      <pc:sldChg chg="modSp mod">
        <pc:chgData name="Navita Tulsani" userId="dc746b5fa8a49f3c" providerId="LiveId" clId="{C36BC46A-7A80-48AF-BF7B-592EAA76668B}" dt="2025-09-15T03:34:44.445" v="4" actId="1076"/>
        <pc:sldMkLst>
          <pc:docMk/>
          <pc:sldMk cId="2997144140" sldId="294"/>
        </pc:sldMkLst>
        <pc:spChg chg="mod">
          <ac:chgData name="Navita Tulsani" userId="dc746b5fa8a49f3c" providerId="LiveId" clId="{C36BC46A-7A80-48AF-BF7B-592EAA76668B}" dt="2025-09-15T03:34:44.445" v="4" actId="1076"/>
          <ac:spMkLst>
            <pc:docMk/>
            <pc:sldMk cId="2997144140" sldId="294"/>
            <ac:spMk id="12" creationId="{5DBCE864-823D-4A13-9607-5DA1F0ED5FB8}"/>
          </ac:spMkLst>
        </pc:spChg>
      </pc:sldChg>
      <pc:sldChg chg="modSp mod">
        <pc:chgData name="Navita Tulsani" userId="dc746b5fa8a49f3c" providerId="LiveId" clId="{C36BC46A-7A80-48AF-BF7B-592EAA76668B}" dt="2025-09-15T03:34:50.535" v="6" actId="14100"/>
        <pc:sldMkLst>
          <pc:docMk/>
          <pc:sldMk cId="3916788613" sldId="296"/>
        </pc:sldMkLst>
        <pc:spChg chg="mod">
          <ac:chgData name="Navita Tulsani" userId="dc746b5fa8a49f3c" providerId="LiveId" clId="{C36BC46A-7A80-48AF-BF7B-592EAA76668B}" dt="2025-09-15T03:34:50.535" v="6" actId="14100"/>
          <ac:spMkLst>
            <pc:docMk/>
            <pc:sldMk cId="3916788613" sldId="296"/>
            <ac:spMk id="9" creationId="{5DBCE864-823D-4A13-9607-5DA1F0ED5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tatrusts.org/Upload/Content_Files/case%20study-surat-pgr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onlinelibrary.wiley.com/doi/full/10.1002/9781119816096.ch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8184" y="1129165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SIH25135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Student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ID-59953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SamadhanX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20310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 GRIEVANCE TRACKER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0211" y="168613"/>
            <a:ext cx="1911982" cy="99287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SamadhanX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5DC11C-7B5D-ED75-7787-521DE61FD570}"/>
              </a:ext>
            </a:extLst>
          </p:cNvPr>
          <p:cNvSpPr txBox="1"/>
          <p:nvPr/>
        </p:nvSpPr>
        <p:spPr>
          <a:xfrm>
            <a:off x="354673" y="1906822"/>
            <a:ext cx="5211096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problem:</a:t>
            </a:r>
          </a:p>
          <a:p>
            <a:pPr algn="just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Resolutions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Automated routing, duplicate detection, SLA-based escalations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Blockchain guarantees records cannot be altered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&amp; Engagement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Citizens track live updates &amp; feedback loops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System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governance through actionable data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E8F72-5D20-2C29-7EC7-E7FC710B33D9}"/>
              </a:ext>
            </a:extLst>
          </p:cNvPr>
          <p:cNvSpPr txBox="1"/>
          <p:nvPr/>
        </p:nvSpPr>
        <p:spPr>
          <a:xfrm>
            <a:off x="5879692" y="1906822"/>
            <a:ext cx="5702708" cy="3647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Uniqueness:</a:t>
            </a:r>
          </a:p>
          <a:p>
            <a:pPr algn="just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AI for automated classification, prioritization &amp; sentiment-based urgency detection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ensures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tamper-proof, transparent complaint logs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(Future Scope)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empower both citizens &amp; the department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First-of-its-kind dual approach: automation + accountability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650413" y="3923648"/>
            <a:ext cx="4166321" cy="235449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Used:</a:t>
            </a:r>
          </a:p>
          <a:p>
            <a:pPr algn="just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</a:t>
            </a: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+ Express</a:t>
            </a: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</a:t>
            </a: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Ethereum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Testnet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0"/>
            <a:ext cx="2066186" cy="81521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SamadhanX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467" y="69748"/>
            <a:ext cx="1974787" cy="100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4C1687-C6FE-6090-EB53-F70C7D27D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138" y="995261"/>
            <a:ext cx="6159416" cy="2890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D292ED-BCB3-71F5-4A67-5ABD68333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27864"/>
            <a:ext cx="7048295" cy="23544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-15149"/>
            <a:ext cx="2069076" cy="10456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SamadhanX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5BA80E-770D-3C8A-EC9E-9E4D6DA72A2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5239" y="1471812"/>
            <a:ext cx="10717161" cy="2031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&amp; blockchain stack tested, scalable across cities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manpower load, long-term savings for municipalities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deployment ensures scalability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Aligned with smart city governance goals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D631B-2ACF-9B43-124F-1612273BAB7C}"/>
              </a:ext>
            </a:extLst>
          </p:cNvPr>
          <p:cNvSpPr txBox="1"/>
          <p:nvPr/>
        </p:nvSpPr>
        <p:spPr>
          <a:xfrm>
            <a:off x="865239" y="3594023"/>
            <a:ext cx="410687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Risks: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misclassification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transaction costs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Redressal Success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C7E1F-9A81-003F-864D-63F895C4F74F}"/>
              </a:ext>
            </a:extLst>
          </p:cNvPr>
          <p:cNvSpPr txBox="1"/>
          <p:nvPr/>
        </p:nvSpPr>
        <p:spPr>
          <a:xfrm>
            <a:off x="5092861" y="3594023"/>
            <a:ext cx="6489539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AI processing for genuine complaint registration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networks to ensure immutability and transparency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 timers and auto-escalation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API-based modular integration with department admin portal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8" y="3828226"/>
            <a:ext cx="8962665" cy="1708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Impact:</a:t>
            </a:r>
          </a:p>
          <a:p>
            <a:pPr algn="just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Transparency, faster resolutions, greater trust in governance.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Data-driven decision-making and SLA accountability.</a:t>
            </a:r>
          </a:p>
          <a:p>
            <a:pPr algn="just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Reduced delays, improved participation, scalable to multiple cities.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88341"/>
            <a:ext cx="1941479" cy="9277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SamadhanX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C2DAC0-45C3-CBD3-366D-6281A9268C95}"/>
              </a:ext>
            </a:extLst>
          </p:cNvPr>
          <p:cNvSpPr txBox="1"/>
          <p:nvPr/>
        </p:nvSpPr>
        <p:spPr>
          <a:xfrm>
            <a:off x="609600" y="1540425"/>
            <a:ext cx="81280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algn="just"/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&amp; Efficiency: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Faster, error-free complaint handling.</a:t>
            </a: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&amp; Trust: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Immutable blockchain logs.</a:t>
            </a: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SLA monitoring + escalation system.</a:t>
            </a:r>
          </a:p>
          <a:p>
            <a:pPr algn="just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Empowerment: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tracking, notifications, and feedback.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39993" y="1734068"/>
            <a:ext cx="11312012" cy="24929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Public Grievance Redressal System for efficient Public Service Delivery:</a:t>
            </a:r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lvl="0" algn="just">
              <a:defRPr/>
            </a:pP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    https://www.tatatrusts.org/Upload/Content_Files/case%20study-surat-pgr.pdf</a:t>
            </a:r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Blockchain Technologies for Smart City: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https://onlinelibrary.wiley.com/doi/full/10.1002/9781119816096.ch15</a:t>
            </a:r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10473"/>
            <a:ext cx="1982561" cy="101611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SamadhanX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10543</TotalTime>
  <Words>378</Words>
  <Application>Microsoft Office PowerPoint</Application>
  <PresentationFormat>Widescreen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SMART GRIEVANCE TRACKER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Angel Jain</cp:lastModifiedBy>
  <cp:revision>154</cp:revision>
  <dcterms:created xsi:type="dcterms:W3CDTF">2013-12-12T18:46:50Z</dcterms:created>
  <dcterms:modified xsi:type="dcterms:W3CDTF">2025-09-30T07:13:43Z</dcterms:modified>
  <cp:category/>
</cp:coreProperties>
</file>